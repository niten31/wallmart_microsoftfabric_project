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</p:sldIdLst>
  <p:sldSz cx="12192000" cy="6858000"/>
  <p:notesSz cx="6858000" cy="9144000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BC108F-2AB8-48DA-AB49-F9E86BDDFE2F}" v="6" dt="2018-08-08T09:06:44.7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43"/>
    <p:restoredTop sz="94647"/>
  </p:normalViewPr>
  <p:slideViewPr>
    <p:cSldViewPr snapToGrid="0" snapToObjects="1">
      <p:cViewPr varScale="1">
        <p:scale>
          <a:sx n="119" d="100"/>
          <a:sy n="119" d="100"/>
        </p:scale>
        <p:origin x="32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tags" Target="tags/tag1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pages.store.office.com/addinsinstallpage.aspx?rs=en-GB&amp;assetid=WA200003233&amp;isWac=True&amp;ui=en-US&amp;ad=GB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Icon for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/>
            </p:nvGraphicFramePr>
            <p:xfrm>
              <a:off x="721012" y="1170879"/>
              <a:ext cx="10749976" cy="533572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>
                <a:clrChange>
                  <a:clrFrom>
                    <a:prstClr val="black"/>
                  </a:clrFrom>
                  <a:clrTo>
                    <a:prstClr val="black">
                      <a:alpha val="0"/>
                    </a:prstClr>
                  </a:clrTo>
                </a:clrChange>
              </a:blip>
              <a:stretch>
                <a:fillRect/>
              </a:stretch>
            </p:blipFill>
            <p:spPr>
              <a:xfrm>
                <a:off x="721012" y="1170879"/>
                <a:ext cx="10749976" cy="53357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nstallationHelpContent">
            <a:extLst>
              <a:ext uri="{FF2B5EF4-FFF2-40B4-BE49-F238E27FC236}">
                <a16:creationId xmlns:a16="http://schemas.microsoft.com/office/drawing/2014/main" id="{2CA8B576-3688-4F36-8A9A-7852B92A0202}"/>
              </a:ext>
            </a:extLst>
          </p:cNvPr>
          <p:cNvSpPr txBox="1"/>
          <p:nvPr/>
        </p:nvSpPr>
        <p:spPr>
          <a:xfrm>
            <a:off x="914400" y="5284829"/>
            <a:ext cx="10063308" cy="46166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rtlCol="0" anchor="ctr" anchorCtr="0">
            <a:sp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dirty="0">
                <a:latin typeface="Segoe UI" panose="020B0502040204020203" pitchFamily="34" charset="0"/>
                <a:cs typeface="Segoe UI" panose="020B0502040204020203" pitchFamily="34" charset="0"/>
              </a:rPr>
              <a:t>Return to your internet browser or copy this link into your browser:</a:t>
            </a:r>
          </a:p>
          <a:p>
            <a:pPr marL="0" indent="0" algn="l" defTabSz="914400" rtl="0" eaLnBrk="1" latinLnBrk="0" hangingPunct="1"/>
            <a:r>
              <a:rPr lang="en-US" sz="1200" b="0" i="0" u="sng" kern="1200" dirty="0">
                <a:solidFill>
                  <a:srgbClr val="0563C1"/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2"/>
              </a:rPr>
              <a:t>https://pages.store.office.com/addinsinstallpage.aspx?rs=en-GB&amp;assetid=WA200003233&amp;isWac=True&amp;ui=en-US&amp;ad=GB</a:t>
            </a:r>
            <a:endParaRPr lang="en-US" sz="1200" b="0" i="0" u="sng" kern="1200" dirty="0">
              <a:solidFill>
                <a:srgbClr val="0563C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InstallationHelpHeader">
            <a:extLst>
              <a:ext uri="{FF2B5EF4-FFF2-40B4-BE49-F238E27FC236}">
                <a16:creationId xmlns:a16="http://schemas.microsoft.com/office/drawing/2014/main" id="{64C02631-9FDD-4AF6-94C6-2FA9F2831D20}"/>
              </a:ext>
            </a:extLst>
          </p:cNvPr>
          <p:cNvSpPr txBox="1"/>
          <p:nvPr/>
        </p:nvSpPr>
        <p:spPr>
          <a:xfrm>
            <a:off x="914400" y="4916126"/>
            <a:ext cx="10063307" cy="34676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rtlCol="0" anchor="ctr" anchorCtr="0">
            <a:normAutofit lnSpcReduction="10000"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0" i="0">
                <a:latin typeface="Segoe UI Light" panose="020B0502040204020203" pitchFamily="34" charset="0"/>
                <a:cs typeface="Segoe UI Light" panose="020B0502040204020203" pitchFamily="34" charset="0"/>
              </a:rPr>
              <a:t>Need more help?</a:t>
            </a:r>
          </a:p>
        </p:txBody>
      </p:sp>
      <p:pic>
        <p:nvPicPr>
          <p:cNvPr id="17" name="LaunchHelpImage" descr="Office ribbon open on the Insert tab.">
            <a:extLst>
              <a:ext uri="{FF2B5EF4-FFF2-40B4-BE49-F238E27FC236}">
                <a16:creationId xmlns:a16="http://schemas.microsoft.com/office/drawing/2014/main" id="{9F6644C8-9C25-4A33-B37A-9C5FA1BB43E1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914399" y="2448231"/>
            <a:ext cx="5943600" cy="2102400"/>
          </a:xfrm>
          <a:prstGeom prst="rect">
            <a:avLst/>
          </a:prstGeom>
          <a:ln>
            <a:noFill/>
          </a:ln>
        </p:spPr>
      </p:pic>
      <p:sp>
        <p:nvSpPr>
          <p:cNvPr id="26" name="MyAdd-ins">
            <a:extLst>
              <a:ext uri="{FF2B5EF4-FFF2-40B4-BE49-F238E27FC236}">
                <a16:creationId xmlns:a16="http://schemas.microsoft.com/office/drawing/2014/main" id="{34C66630-1529-4E04-957D-AA0BBAACDAAA}"/>
              </a:ext>
            </a:extLst>
          </p:cNvPr>
          <p:cNvSpPr txBox="1"/>
          <p:nvPr/>
        </p:nvSpPr>
        <p:spPr>
          <a:xfrm>
            <a:off x="4851444" y="3310791"/>
            <a:ext cx="1016635" cy="31686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GB" sz="1000" kern="1200" dirty="0">
                <a:solidFill>
                  <a:srgbClr val="404040"/>
                </a:solidFill>
                <a:effectLst/>
                <a:latin typeface="Segoe UI Semibold" panose="020B0702040204020203" pitchFamily="34" charset="0"/>
                <a:ea typeface="Times New Roman" panose="02020603050405020304" pitchFamily="18" charset="0"/>
              </a:rPr>
              <a:t>My Add-ins</a:t>
            </a:r>
            <a:endParaRPr lang="en-IE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9" name="TabName">
            <a:extLst>
              <a:ext uri="{FF2B5EF4-FFF2-40B4-BE49-F238E27FC236}">
                <a16:creationId xmlns:a16="http://schemas.microsoft.com/office/drawing/2014/main" id="{703C7623-FC76-4CD5-823D-9B14460DB9E1}"/>
              </a:ext>
            </a:extLst>
          </p:cNvPr>
          <p:cNvSpPr txBox="1"/>
          <p:nvPr/>
        </p:nvSpPr>
        <p:spPr>
          <a:xfrm>
            <a:off x="2249496" y="2737247"/>
            <a:ext cx="1131132" cy="31870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en-GB" sz="1000" kern="1200" dirty="0">
                <a:solidFill>
                  <a:srgbClr val="B7472A"/>
                </a:solidFill>
                <a:effectLst/>
                <a:latin typeface="Segoe UI Semibold" panose="020B0702040204020203" pitchFamily="34" charset="0"/>
                <a:ea typeface="Times New Roman" panose="02020603050405020304" pitchFamily="18" charset="0"/>
              </a:rPr>
              <a:t>Insert</a:t>
            </a:r>
            <a:endParaRPr lang="en-IE" sz="1200" dirty="0">
              <a:solidFill>
                <a:srgbClr val="B7472A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0" name="LaunchHelpContent2">
            <a:extLst>
              <a:ext uri="{FF2B5EF4-FFF2-40B4-BE49-F238E27FC236}">
                <a16:creationId xmlns:a16="http://schemas.microsoft.com/office/drawing/2014/main" id="{2F3500B0-385B-4A8E-970C-87A5162E2948}"/>
              </a:ext>
            </a:extLst>
          </p:cNvPr>
          <p:cNvSpPr txBox="1"/>
          <p:nvPr/>
        </p:nvSpPr>
        <p:spPr>
          <a:xfrm>
            <a:off x="914400" y="2166716"/>
            <a:ext cx="10863192" cy="33405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rtlCol="0" anchor="ctr" anchorCtr="0">
            <a:norm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baseline="0">
                <a:latin typeface="Segoe UI Semibold" panose="020B0702040204020203" pitchFamily="34" charset="0"/>
                <a:cs typeface="Segoe UI Semibold" panose="020B0702040204020203" pitchFamily="34" charset="0"/>
              </a:rPr>
              <a:t>On the Insert tab</a:t>
            </a:r>
            <a:endParaRPr lang="en-US" sz="1200" b="0" i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1" name="LaunchHelpContent1">
            <a:extLst>
              <a:ext uri="{FF2B5EF4-FFF2-40B4-BE49-F238E27FC236}">
                <a16:creationId xmlns:a16="http://schemas.microsoft.com/office/drawing/2014/main" id="{3DDB314C-721F-4AB1-903B-8A65D874228D}"/>
              </a:ext>
            </a:extLst>
          </p:cNvPr>
          <p:cNvSpPr txBox="1"/>
          <p:nvPr/>
        </p:nvSpPr>
        <p:spPr>
          <a:xfrm>
            <a:off x="914400" y="1791044"/>
            <a:ext cx="10863192" cy="334054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rtlCol="0" anchor="ctr" anchorCtr="0">
            <a:norm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dirty="0">
                <a:latin typeface="Segoe UI" panose="020B0502040204020203" pitchFamily="34" charset="0"/>
                <a:cs typeface="Segoe UI" panose="020B0502040204020203" pitchFamily="34" charset="0"/>
              </a:rPr>
              <a:t>After you install the add-in, you can launch it by choosing the add-in button on the Insert tab</a:t>
            </a:r>
            <a:endParaRPr lang="en-US" sz="1200" b="1" i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LaunchHelpHeader">
            <a:extLst>
              <a:ext uri="{FF2B5EF4-FFF2-40B4-BE49-F238E27FC236}">
                <a16:creationId xmlns:a16="http://schemas.microsoft.com/office/drawing/2014/main" id="{AB584A37-30D1-4FA4-900C-FBDB774853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1239451"/>
            <a:ext cx="10863192" cy="496308"/>
          </a:xfrm>
          <a:prstGeom prst="rect">
            <a:avLst/>
          </a:prstGeom>
        </p:spPr>
        <p:txBody>
          <a:bodyPr wrap="none" lIns="0" rtlCol="0" anchor="ctr" anchorCtr="0">
            <a:norm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l" rtl="0"/>
            <a:r>
              <a:rPr lang="en-US" sz="2400" dirty="0">
                <a:latin typeface="Segoe UI Light" panose="020B0502040204020203" pitchFamily="34" charset="0"/>
                <a:cs typeface="Segoe UI Light" panose="020B0502040204020203" pitchFamily="34" charset="0"/>
              </a:rPr>
              <a:t>Relaunch the add-in</a:t>
            </a:r>
          </a:p>
        </p:txBody>
      </p:sp>
      <p:sp>
        <p:nvSpPr>
          <p:cNvPr id="14" name="Add-in_Banner">
            <a:extLst>
              <a:ext uri="{FF2B5EF4-FFF2-40B4-BE49-F238E27FC236}">
                <a16:creationId xmlns:a16="http://schemas.microsoft.com/office/drawing/2014/main" id="{E6F38A83-0D43-4BB2-A6E1-EF52D195B184}"/>
              </a:ext>
            </a:extLst>
          </p:cNvPr>
          <p:cNvSpPr txBox="1"/>
          <p:nvPr/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15" name="Add-in_Icon" descr="Icon for Microsoft Power BI.">
            <a:extLst>
              <a:ext uri="{FF2B5EF4-FFF2-40B4-BE49-F238E27FC236}">
                <a16:creationId xmlns:a16="http://schemas.microsoft.com/office/drawing/2014/main" id="{1B82359A-FB32-493E-B411-3F0BBC45D5CE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8275944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LE_NAME_PARSED_KEY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webextension1.xml><?xml version="1.0" encoding="utf-8"?>
<we:webextension xmlns:we="http://schemas.microsoft.com/office/webextensions/webextension/2010/11" id="{a7ccdd6d-3d8d-45b0-b2d7-59b7288b02c5}">
  <we:reference id="WA200003233" version="2.0.0.3" store="en-GB" storeType="OMEX"/>
  <we:alternateReferences/>
  <we:properties>
    <we:property name="Microsoft.Office.CampaignId" value="&quot;none&quot;"/>
    <we:property name="reportUrl" value="&quot;/groups/f5b4e086-488c-4ffe-83da-5465acdb9568/reports/c893750a-9a2b-4b23-b1d4-b4e84562be79/5799bc24303617e3d851?bookmarkGuid=cf83d4a7-21e5-4253-9cfa-a648ba68a8a4&amp;bookmarkUsage=1&amp;ctid=1eb34f73-38dd-42db-98db-53b54e749d52&amp;fromEntryPoint=export&quot;"/>
    <we:property name="reportState" value="&quot;CONNECTED&quot;"/>
    <we:property name="artifactViewState" value="&quot;live&quot;"/>
    <we:property name="reportEmbeddedTime" value="&quot;2025-12-12T19:27:01.128Z&quot;"/>
    <we:property name="creatorSessionId" value="&quot;f67ba26a-e00b-4ae0-a4ba-2cac909a19a2&quot;"/>
    <we:property name="creatorUserId" value="&quot;100320042F77F7C4&quot;"/>
    <we:property name="creatorTenantId" value="&quot;1eb34f73-38dd-42db-98db-53b54e749d52&quot;"/>
    <we:property name="pageDisplayName" value="&quot;Page 1&quot;"/>
    <we:property name="pageName" value="&quot;5799bc24303617e3d851&quot;"/>
    <we:property name="reportName" value="&quot;basic visualization&quot;"/>
    <we:property name="isVisualContainerHeaderHidden" value="false"/>
    <we:property name="isFiltersActionButtonVisible" value="true"/>
    <we:property name="initialStateBookmark" value="&quot;H4sIAAAAAAAAA+1WXW/aMBT9K5WfoykhfIS+UcZe+sXK1JcJoRv7kro1ceY4rAzx33ftpHRbmVAl1jFpT4mPr32Pzz3+WDMhy0LB6goWyE7ZmdYPCzAPJxELWN5g19fnl4Ob89nV4HJEsC6s1HnJTtfMgsnQ3sqyAuVmIPDzNGCg1Bgy15qDKjFgBZpS56DkN6yDqcuaCjcBw8dCaQNuyokFi27aJYVTm3JH72LKCNzKJU6Q2xrt9Pr9lLfacRh3ox7GIuk4vmUd4JntDHFT+/RDnVuQOaXxsfN20o07bYw7AFGa8qTfdvhcKtuEpKvRY2FodbTmVeFUGYgl5BwF80swWNaM12yQZQYzsE1z9FPnUKtqsQOf6MpwvMG578qttCvKMfl4cfKlQrOicmxIq7HRpKTvKkGRvg78UOWNLqFr3umvQ4MkpHBAsOU7JCjTRnJQLygfjJVwBXzJYkpIKfNMNdV/LsSnmpyiWgzvwFhnr/Se6uhUp1HaCDRnKy/8e2meHBAFf0rXZgWb6ZPrqO/+B181MtaMDp11unF4xEWCIYRdEZMbeZwkqdhrxzcpLwc7k2JHgYN/bFvsNWQK5jV+bP3qx7+62jc279YVtX3jCOOYR71eu9UPeScNu2FyHPb9zel0NOY1WtFBmM0WCPmslbzmdD8m5r0D7L//F8L2QvCb6lkDtkB6c7kfXdmyAI5jyNFnL+rxEn0c+QBygaL5N+57IWkL1nLfgqqc0v6FxnwSqoBMFe4Z4N5tzNPy7L4DHoph7kIKAAA=&quot;"/>
    <we:property name="bookmark" value="&quot;H4sIAAAAAAAAA+1WUW/TMBD+K5OfI5Q0SevubSvjaUKFor2gqrrY18ybGwfHKStT/ztnJ+uAFU2TyigST4m/u/g+f/fZzj2Tqqk1bN7DCtkpOzfmdgX29iRhEas6LMuTBAoJPOE844KnIzGgqKmdMlXDTu+ZA1uiu1JNC9pPRODnecRA6ymUfrQE3WDEarSNqUCrb9glU8jZFrcRw7taGwt+ypkDh37aNaXTmCgkb1KqCMKpNc5QuA7NR+NxIQZZGqfDZISp5Lmn3XQJgdneFD91KD8xlQNVUZmQu8z4MM0zTHOApCgEH2ceXyrt+pRic3FXW1odrXlTe3HO5BoqgZKFJVhsOsb37KwsLZbg+uHFT8GJ0e1qDz4zrRX4EZchVDnlNlRj9uHy5EuLdkNd2ZJWU2tIyRBqQJO+HnzXVr0usR9em68TiySk9EC04zshqDRWCdBPKB+MlfQNfMpiTkijqlL33X9sxKeOnKZeTK7BOm+v4ob66FWnr4yVaM83Qfi3yj44IIn+lK79CrbzB9dR7OYHX/UydowOXXW+9XgiJMcY4qFMyY0i5byQz9rxVdorwC2U3NPg6B/bFs8asgD7Ej8OfvXjX13tK5t354rOvmmCaSqS0SgbjGORF/Ew5sdh39+cTkdjXms0HYTlYoVQLQb8Jaf7MTEfHWD//b8QdhdC2FSPGrAV0j+XfzGta2oQOIUKQ/W6+15hyCMfQCVR9u/WPy8VbcFO7ivQrVc6/KGxUCZU+w4zH41oGQoAAA==&quot;"/>
    <we:property name="datasetId" value="&quot;2a45fe88-e188-46a5-a226-cb4b7cea0a1b&quot;"/>
    <we:property name="embedUrl" value="&quot;/reportEmbed?reportId=c893750a-9a2b-4b23-b1d4-b4e84562be79&amp;config=eyJjbHVzdGVyVXJsIjoiaHR0cHM6Ly9XQUJJLU5PUlRILUVVUk9QRS1JLVBSSU1BUlktcmVkaXJlY3QuYW5hbHlzaXMud2luZG93cy5uZXQiLCJlbWJlZEZlYXR1cmVzIjp7InVzYWdlTWV0cmljc1ZOZXh0Ijp0cnVlfX0%3D&amp;disableSensitivityBanner=true&amp;storytellingChangeViewModeShortcutKeys=true&quot;"/>
    <we:property name="backgroundColor" value="&quot;#FFFFFF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5" ma:contentTypeDescription="Create a new document." ma:contentTypeScope="" ma:versionID="aba17d7263e5a17e1efe42a3571abb41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e4e3c9c8ed1c3d723d02c9f1cb24d19a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EventHashCode" minOccurs="0"/>
                <xsd:element ref="ns2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17AB1FA-2F28-4684-9230-02ACEB6C0B0A}">
  <ds:schemaRefs>
    <ds:schemaRef ds:uri="http://purl.org/dc/elements/1.1/"/>
    <ds:schemaRef ds:uri="http://schemas.microsoft.com/office/2006/metadata/properties"/>
    <ds:schemaRef ds:uri="b1e4d6ee-9f6f-43f8-a618-24f3d84da28f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f577acbf-5b0b-4b4f-9948-268e97f8d3a4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DD29C39-1C4E-4B06-A1F4-2510F2DACF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1502</TotalTime>
  <Words>85</Words>
  <Application>Microsoft Macintosh PowerPoint</Application>
  <PresentationFormat>Widescreen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Arial</vt:lpstr>
      <vt:lpstr>Calibri</vt:lpstr>
      <vt:lpstr>Calibri Light</vt:lpstr>
      <vt:lpstr>Segoe UI</vt:lpstr>
      <vt:lpstr>Segoe UI Light</vt:lpstr>
      <vt:lpstr>Segoe UI Semibold</vt:lpstr>
      <vt:lpstr>Times New Roman</vt:lpstr>
      <vt:lpstr>Office Theme</vt:lpstr>
      <vt:lpstr>Microsoft Power BI</vt:lpstr>
      <vt:lpstr>Relaunch the add-in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KADEL Niten</cp:lastModifiedBy>
  <cp:revision>3</cp:revision>
  <dcterms:created xsi:type="dcterms:W3CDTF">2018-06-07T21:39:02Z</dcterms:created>
  <dcterms:modified xsi:type="dcterms:W3CDTF">2025-12-12T19:27:20Z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