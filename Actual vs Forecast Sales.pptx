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19" d="100"/>
          <a:sy n="119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GB&amp;assetid=WA200003233&amp;isWac=True&amp;ui=en-US&amp;ad=G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https://pages.store.office.com/addinsinstallpage.aspx?rs=en-GB&amp;assetid=WA200003233&amp;isWac=True&amp;ui=en-US&amp;ad=GB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f87c6c2a-0364-4db9-abdb-207939a8f4d9}">
  <we:reference id="WA200003233" version="2.0.0.3" store="en-GB" storeType="OMEX"/>
  <we:alternateReferences/>
  <we:properties>
    <we:property name="Microsoft.Office.CampaignId" value="&quot;none&quot;"/>
    <we:property name="reportUrl" value="&quot;/groups/f5b4e086-488c-4ffe-83da-5465acdb9568/reports/3805262d-af3d-4cac-9405-caad089e4c7f/4483aca6e08bd219b0d2?bookmarkGuid=547784bd-25ed-43c7-a930-a16b50dae518&amp;bookmarkUsage=1&amp;ctid=1eb34f73-38dd-42db-98db-53b54e749d52&amp;fromEntryPoint=export&quot;"/>
    <we:property name="reportState" value="&quot;CONNECTED&quot;"/>
    <we:property name="artifactViewState" value="&quot;live&quot;"/>
    <we:property name="reportEmbeddedTime" value="&quot;2025-12-12T19:24:47.445Z&quot;"/>
    <we:property name="creatorSessionId" value="&quot;5ac6af39-4a06-4898-aa06-66fe1c4fc7d8&quot;"/>
    <we:property name="creatorUserId" value="&quot;100320042F77F7C4&quot;"/>
    <we:property name="creatorTenantId" value="&quot;1eb34f73-38dd-42db-98db-53b54e749d52&quot;"/>
    <we:property name="pageDisplayName" value="&quot;Page 1&quot;"/>
    <we:property name="pageName" value="&quot;4483aca6e08bd219b0d2&quot;"/>
    <we:property name="reportName" value="&quot;ActualVSForecast&quot;"/>
    <we:property name="isVisualContainerHeaderHidden" value="false"/>
    <we:property name="isFiltersActionButtonVisible" value="true"/>
    <we:property name="initialStateBookmark" value="&quot;H4sIAAAAAAAAA81VwW7bMAz9lUGXXowhcTLD7i3J2kvXNmiGXIYgoCXGVatIhiRnzYL8+yjZ2VY0W7FhGXazHmnyvUfK3jEhXa1gewNrZOdsbMzjGuzjmz5LmO6w29ur69Hd1fJmdH1BsKm9NNqx8x3zYCv0c+kaUKECgZ8WCQOlplCF0wqUw4TVaJ3RoOQXbJMp5G2D+4ThU62MhVBy5sFjKLuhdDpT7/7bAXUE7uUGZ8h9iw6H+QA4ZNjLS5H2i7InUkpzbUJkdjQllI7tJ0Z7kJraBGyVpryXZ1kmclGmPB1A3ou4VL5LKbcXT7UldaR5WwdXRmIDmqNgUYJF1zLesVFVWazAd8eLZ8GJUc36CD4zjeV4h6sY0l76bejBPZGdzy6NRQ7Osz0ZNrWG7IxxiPGlA0Veh9hlozuPeuF4bz5PLJKpIgDJf8V91eG/z35CUGWs5KBeCPi7HEXYx5dUFoQ4qSvVLfP3vfrYMlS0WpN7sD7clvKB1jIsEb1lrEA73sY9ei/tYaH7yUmt7mTsF4ebRLGHH+5KZ2hL6yStF/uAZ6JY5XkBWGQAw6JATN+9es/+3bQ5+KUUfzJvpyRH+2zYbI30aQwPZAFEQXXbSmIbNyKGMerdsQ+SPGhrz0E1oezZGJzkZ2F00cKfjC+muxMM75shi8hgf1yfabyrgeMUNB7RSfpAi2DkL7WGvwGLPchZWarXvDnkd+S+AhaJ++zIBgAA&quot;"/>
    <we:property name="bookmark" value="&quot;H4sIAAAAAAAAA81VwW7bMAz9lUGXXozBcTLD7q3J2tMwBMuQyxAUtES7ahXJkOSsWeB/HyW73YpmKzosw27WI02+90jZByakaxXsP8IW2TmbG3O3BXv3ZsISpgcMyrTKsJyKvBaiKLGuKk5R03pptGPnB+bBNujX0nWgQiECv2wSBkotoQmnGpTDhLVondGg5DcckinkbYd9wvC+VcZCKLny4DGU3VE6nYnC5O2UOgL3cocr5H5AZ7NiChxyTItKZJOySkVGaW5IiMyOpoTSsf3CaA9SU5uA1VnG0yLPc1GIKuPZFIo04lL5MaXaX963ltSR5n0bzLkQO9AcBYsSLLqB8YFdNI3FBvx4vHwSXBjVbY/gK9NZjp+wjiHtpd+HHtwT2fXqyljk4DzrybClNWRnjEOMXztQ5HWIXXV69CgNxxvzdWGRTBUBSP4r7vWIv579gqDGWMlBPRPwdzmKsI/PqWwIcVI3alzmH3v1eWCoaLUWN2B9uC3VLa1lWCJ6y1iBdr6Pe/Re2oeFniQntXqU0W8ebhLFbn+6K6OhA62TtN70Ac9FWRdFCVjmALOyRMzevXjP/t20OfhrKf5k3k5JjvbJsNkW6dMYHsgCiILaoZXEIW5EDGPUe2AfJHkw1F6D6kLZszk4yc/C6KKFvxhfTHcnGN6jIZvIoD+uz3TetcBxCRqP6CR9oEUw8rdaw9/gUWjffwcaysk8nwYAAA==&quot;"/>
    <we:property name="datasetId" value="&quot;7e6b8b29-dc58-46a8-9e62-e78e79ca8994&quot;"/>
    <we:property name="embedUrl" value="&quot;/reportEmbed?reportId=3805262d-af3d-4cac-9405-caad089e4c7f&amp;config=eyJjbHVzdGVyVXJsIjoiaHR0cHM6Ly9XQUJJLU5PUlRILUVVUk9QRS1J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85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KADEL Niten</cp:lastModifiedBy>
  <cp:revision>3</cp:revision>
  <dcterms:created xsi:type="dcterms:W3CDTF">2018-06-07T21:39:02Z</dcterms:created>
  <dcterms:modified xsi:type="dcterms:W3CDTF">2025-12-12T19:27:56Z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